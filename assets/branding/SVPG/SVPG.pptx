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61" r:id="rId5"/>
    <p:sldId id="258" r:id="rId6"/>
    <p:sldId id="259" r:id="rId7"/>
    <p:sldId id="262" r:id="rId8"/>
  </p:sldIdLst>
  <p:sldSz cx="4876800" cy="487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8F3"/>
    <a:srgbClr val="1D2D25"/>
    <a:srgbClr val="B7D368"/>
    <a:srgbClr val="DDE9DD"/>
    <a:srgbClr val="1F5A43"/>
    <a:srgbClr val="E4E9E0"/>
    <a:srgbClr val="CCD8C8"/>
    <a:srgbClr val="628067"/>
    <a:srgbClr val="27523F"/>
    <a:srgbClr val="2038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7" autoAdjust="0"/>
    <p:restoredTop sz="94660"/>
  </p:normalViewPr>
  <p:slideViewPr>
    <p:cSldViewPr snapToGrid="0">
      <p:cViewPr>
        <p:scale>
          <a:sx n="75" d="100"/>
          <a:sy n="75" d="100"/>
        </p:scale>
        <p:origin x="27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798125"/>
            <a:ext cx="4145280" cy="1697849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561449"/>
            <a:ext cx="3657600" cy="1177431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9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5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740" y="1215815"/>
            <a:ext cx="4206240" cy="20286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740" y="3263619"/>
            <a:ext cx="4206240" cy="10668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2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280" y="1298222"/>
            <a:ext cx="2072640" cy="30942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8880" y="1298222"/>
            <a:ext cx="2072640" cy="30942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15" y="259645"/>
            <a:ext cx="4206240" cy="9426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916" y="1195494"/>
            <a:ext cx="2063115" cy="585893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5916" y="1781387"/>
            <a:ext cx="2063115" cy="26201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8880" y="1195494"/>
            <a:ext cx="2073275" cy="585893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8880" y="1781387"/>
            <a:ext cx="2073275" cy="26201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4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44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50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15" y="325120"/>
            <a:ext cx="1572895" cy="113792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275" y="702170"/>
            <a:ext cx="2468880" cy="3465689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915" y="1463040"/>
            <a:ext cx="1572895" cy="2710463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15" y="325120"/>
            <a:ext cx="1572895" cy="113792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73275" y="702170"/>
            <a:ext cx="2468880" cy="3465689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915" y="1463040"/>
            <a:ext cx="1572895" cy="2710463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4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89960" y="259644"/>
            <a:ext cx="1051560" cy="41328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280" y="259644"/>
            <a:ext cx="3093720" cy="413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7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280" y="259645"/>
            <a:ext cx="4206240" cy="942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280" y="1298222"/>
            <a:ext cx="4206240" cy="3094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280" y="4520072"/>
            <a:ext cx="109728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FAE44-17BE-454F-ADDA-DFC281AC770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5440" y="4520072"/>
            <a:ext cx="164592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4240" y="4520072"/>
            <a:ext cx="109728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EDFAF-4DEA-495D-B525-7FA31664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94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8D802D-A2FB-1FC0-041A-D2F709C13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56"/>
          <a:stretch/>
        </p:blipFill>
        <p:spPr>
          <a:xfrm>
            <a:off x="0" y="0"/>
            <a:ext cx="4876800" cy="32647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4C329-A3C7-215F-5423-336997BA2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3264747"/>
            <a:ext cx="3657600" cy="1293707"/>
          </a:xfrm>
        </p:spPr>
        <p:txBody>
          <a:bodyPr>
            <a:noAutofit/>
          </a:bodyPr>
          <a:lstStyle/>
          <a:p>
            <a:r>
              <a:rPr lang="en-US" sz="9600" kern="10000" spc="-300" dirty="0">
                <a:solidFill>
                  <a:srgbClr val="1D2D25"/>
                </a:solidFill>
                <a:latin typeface="Manrope ExtraBold" pitchFamily="2" charset="0"/>
              </a:rPr>
              <a:t>SVPG</a:t>
            </a:r>
            <a:endParaRPr lang="en-US" sz="9600" kern="10000" spc="-300" dirty="0">
              <a:solidFill>
                <a:srgbClr val="1D2D25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F2447-8FC7-A121-161B-044B4BB08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700" y="4292601"/>
            <a:ext cx="4597399" cy="355599"/>
          </a:xfrm>
        </p:spPr>
        <p:txBody>
          <a:bodyPr>
            <a:normAutofit/>
          </a:bodyPr>
          <a:lstStyle/>
          <a:p>
            <a:r>
              <a:rPr lang="en-US" sz="1800" kern="2400" dirty="0">
                <a:solidFill>
                  <a:srgbClr val="1F5A43"/>
                </a:solidFill>
                <a:latin typeface="Manrope Medium" pitchFamily="2" charset="0"/>
              </a:rPr>
              <a:t>Smart Vertical Plant Growth Monitoring</a:t>
            </a:r>
          </a:p>
        </p:txBody>
      </p:sp>
    </p:spTree>
    <p:extLst>
      <p:ext uri="{BB962C8B-B14F-4D97-AF65-F5344CB8AC3E}">
        <p14:creationId xmlns:p14="http://schemas.microsoft.com/office/powerpoint/2010/main" val="1478100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8D802D-A2FB-1FC0-041A-D2F709C13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56"/>
          <a:stretch/>
        </p:blipFill>
        <p:spPr>
          <a:xfrm>
            <a:off x="0" y="390414"/>
            <a:ext cx="4876800" cy="326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14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8D802D-A2FB-1FC0-041A-D2F709C13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56"/>
          <a:stretch/>
        </p:blipFill>
        <p:spPr>
          <a:xfrm>
            <a:off x="0" y="0"/>
            <a:ext cx="4876800" cy="32647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4C329-A3C7-215F-5423-336997BA2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3264747"/>
            <a:ext cx="3657600" cy="1293707"/>
          </a:xfrm>
        </p:spPr>
        <p:txBody>
          <a:bodyPr>
            <a:noAutofit/>
          </a:bodyPr>
          <a:lstStyle/>
          <a:p>
            <a:r>
              <a:rPr lang="en-US" sz="9600" kern="10000" spc="-300" dirty="0">
                <a:solidFill>
                  <a:srgbClr val="1D2D25"/>
                </a:solidFill>
                <a:latin typeface="Manrope ExtraBold" pitchFamily="2" charset="0"/>
              </a:rPr>
              <a:t>SVPG</a:t>
            </a:r>
            <a:endParaRPr lang="en-US" sz="9600" kern="10000" spc="-300" dirty="0">
              <a:solidFill>
                <a:srgbClr val="1D2D25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F2447-8FC7-A121-161B-044B4BB08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700" y="4292601"/>
            <a:ext cx="4597399" cy="355599"/>
          </a:xfrm>
        </p:spPr>
        <p:txBody>
          <a:bodyPr>
            <a:normAutofit/>
          </a:bodyPr>
          <a:lstStyle/>
          <a:p>
            <a:r>
              <a:rPr lang="en-US" sz="1800" kern="2400" dirty="0">
                <a:solidFill>
                  <a:srgbClr val="1F5A43"/>
                </a:solidFill>
                <a:latin typeface="Manrope Medium" pitchFamily="2" charset="0"/>
              </a:rPr>
              <a:t>Smart Vertical Plant Growth Monitoring</a:t>
            </a:r>
          </a:p>
        </p:txBody>
      </p:sp>
    </p:spTree>
    <p:extLst>
      <p:ext uri="{BB962C8B-B14F-4D97-AF65-F5344CB8AC3E}">
        <p14:creationId xmlns:p14="http://schemas.microsoft.com/office/powerpoint/2010/main" val="52382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8D802D-A2FB-1FC0-041A-D2F709C13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56"/>
          <a:stretch/>
        </p:blipFill>
        <p:spPr>
          <a:xfrm>
            <a:off x="0" y="391888"/>
            <a:ext cx="4876800" cy="326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5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C329-A3C7-215F-5423-336997BA2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3264747"/>
            <a:ext cx="3657600" cy="1293707"/>
          </a:xfrm>
        </p:spPr>
        <p:txBody>
          <a:bodyPr>
            <a:noAutofit/>
          </a:bodyPr>
          <a:lstStyle/>
          <a:p>
            <a:r>
              <a:rPr lang="en-US" sz="9600" kern="10000" spc="-300" dirty="0">
                <a:solidFill>
                  <a:schemeClr val="bg1"/>
                </a:solidFill>
                <a:latin typeface="Manrope ExtraBold" pitchFamily="2" charset="0"/>
              </a:rPr>
              <a:t>SVPG</a:t>
            </a:r>
            <a:endParaRPr lang="en-US" sz="9600" kern="10000" spc="-3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F2447-8FC7-A121-161B-044B4BB08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700" y="4292601"/>
            <a:ext cx="4597399" cy="355599"/>
          </a:xfrm>
        </p:spPr>
        <p:txBody>
          <a:bodyPr>
            <a:normAutofit/>
          </a:bodyPr>
          <a:lstStyle/>
          <a:p>
            <a:r>
              <a:rPr lang="en-US" sz="1800" kern="2400" dirty="0">
                <a:solidFill>
                  <a:srgbClr val="ABCF5B"/>
                </a:solidFill>
                <a:latin typeface="Manrope Medium" pitchFamily="2" charset="0"/>
              </a:rPr>
              <a:t>Smart Vertical Plant Growth Monitoring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67B804-2ADE-5AA7-C5F0-80613546B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56"/>
          <a:stretch/>
        </p:blipFill>
        <p:spPr>
          <a:xfrm>
            <a:off x="0" y="0"/>
            <a:ext cx="4876800" cy="326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51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D67B804-2ADE-5AA7-C5F0-80613546B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56"/>
          <a:stretch/>
        </p:blipFill>
        <p:spPr>
          <a:xfrm>
            <a:off x="0" y="391887"/>
            <a:ext cx="4876800" cy="326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9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316566-0F2C-2D2F-4226-71B6D563D12D}"/>
              </a:ext>
            </a:extLst>
          </p:cNvPr>
          <p:cNvSpPr/>
          <p:nvPr/>
        </p:nvSpPr>
        <p:spPr>
          <a:xfrm>
            <a:off x="165101" y="1549400"/>
            <a:ext cx="660400" cy="571500"/>
          </a:xfrm>
          <a:prstGeom prst="roundRect">
            <a:avLst/>
          </a:prstGeom>
          <a:solidFill>
            <a:srgbClr val="203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EE44C3-0C94-E717-B56A-C5F26F243D76}"/>
              </a:ext>
            </a:extLst>
          </p:cNvPr>
          <p:cNvSpPr/>
          <p:nvPr/>
        </p:nvSpPr>
        <p:spPr>
          <a:xfrm>
            <a:off x="1079501" y="1549400"/>
            <a:ext cx="660400" cy="571500"/>
          </a:xfrm>
          <a:prstGeom prst="roundRect">
            <a:avLst/>
          </a:prstGeom>
          <a:solidFill>
            <a:srgbClr val="2752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D62C2D-981F-61A9-E015-ABB8643C17C1}"/>
              </a:ext>
            </a:extLst>
          </p:cNvPr>
          <p:cNvSpPr/>
          <p:nvPr/>
        </p:nvSpPr>
        <p:spPr>
          <a:xfrm>
            <a:off x="1993901" y="1549400"/>
            <a:ext cx="660400" cy="571500"/>
          </a:xfrm>
          <a:prstGeom prst="roundRect">
            <a:avLst/>
          </a:prstGeom>
          <a:solidFill>
            <a:srgbClr val="6280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63C2AE-342F-3272-9022-6AFD194EB497}"/>
              </a:ext>
            </a:extLst>
          </p:cNvPr>
          <p:cNvSpPr/>
          <p:nvPr/>
        </p:nvSpPr>
        <p:spPr>
          <a:xfrm>
            <a:off x="2908301" y="1530350"/>
            <a:ext cx="660400" cy="571500"/>
          </a:xfrm>
          <a:prstGeom prst="roundRect">
            <a:avLst/>
          </a:prstGeom>
          <a:solidFill>
            <a:srgbClr val="CCD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7863B3-1AB0-AA07-A888-F1597C709866}"/>
              </a:ext>
            </a:extLst>
          </p:cNvPr>
          <p:cNvSpPr/>
          <p:nvPr/>
        </p:nvSpPr>
        <p:spPr>
          <a:xfrm>
            <a:off x="3822701" y="1530350"/>
            <a:ext cx="660400" cy="571500"/>
          </a:xfrm>
          <a:prstGeom prst="roundRect">
            <a:avLst/>
          </a:prstGeom>
          <a:solidFill>
            <a:srgbClr val="E4E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3B250B3-DA69-780B-5726-3A19EBA1A3B4}"/>
              </a:ext>
            </a:extLst>
          </p:cNvPr>
          <p:cNvSpPr/>
          <p:nvPr/>
        </p:nvSpPr>
        <p:spPr>
          <a:xfrm>
            <a:off x="165101" y="2946400"/>
            <a:ext cx="660400" cy="660400"/>
          </a:xfrm>
          <a:prstGeom prst="ellipse">
            <a:avLst/>
          </a:prstGeom>
          <a:solidFill>
            <a:srgbClr val="1F5A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874B4A-011C-C29C-571A-8C3C4970E9C3}"/>
              </a:ext>
            </a:extLst>
          </p:cNvPr>
          <p:cNvSpPr/>
          <p:nvPr/>
        </p:nvSpPr>
        <p:spPr>
          <a:xfrm>
            <a:off x="1079501" y="2946400"/>
            <a:ext cx="660400" cy="660400"/>
          </a:xfrm>
          <a:prstGeom prst="ellipse">
            <a:avLst/>
          </a:prstGeom>
          <a:solidFill>
            <a:srgbClr val="DDE9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485089-A6FC-4844-60D0-7404E3DAF29D}"/>
              </a:ext>
            </a:extLst>
          </p:cNvPr>
          <p:cNvSpPr/>
          <p:nvPr/>
        </p:nvSpPr>
        <p:spPr>
          <a:xfrm>
            <a:off x="1993901" y="2946400"/>
            <a:ext cx="660400" cy="660400"/>
          </a:xfrm>
          <a:prstGeom prst="ellipse">
            <a:avLst/>
          </a:prstGeom>
          <a:solidFill>
            <a:srgbClr val="B7D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27FA02-DEE3-2B8B-CACD-89CA4D02193A}"/>
              </a:ext>
            </a:extLst>
          </p:cNvPr>
          <p:cNvSpPr/>
          <p:nvPr/>
        </p:nvSpPr>
        <p:spPr>
          <a:xfrm>
            <a:off x="2908301" y="2946400"/>
            <a:ext cx="660400" cy="660400"/>
          </a:xfrm>
          <a:prstGeom prst="ellipse">
            <a:avLst/>
          </a:prstGeom>
          <a:solidFill>
            <a:srgbClr val="1D2D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F836E8-2805-09E2-163C-D7864BB274F2}"/>
              </a:ext>
            </a:extLst>
          </p:cNvPr>
          <p:cNvSpPr/>
          <p:nvPr/>
        </p:nvSpPr>
        <p:spPr>
          <a:xfrm>
            <a:off x="3822701" y="2946400"/>
            <a:ext cx="660400" cy="660400"/>
          </a:xfrm>
          <a:prstGeom prst="ellipse">
            <a:avLst/>
          </a:prstGeom>
          <a:solidFill>
            <a:srgbClr val="F7F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DB339D-4894-4A47-4F19-10A8FC5F8BAC}"/>
              </a:ext>
            </a:extLst>
          </p:cNvPr>
          <p:cNvSpPr txBox="1"/>
          <p:nvPr/>
        </p:nvSpPr>
        <p:spPr>
          <a:xfrm>
            <a:off x="3641725" y="3683421"/>
            <a:ext cx="10858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effectLst/>
                <a:latin typeface="Segoe UI" panose="020B0502040204020203" pitchFamily="34" charset="0"/>
              </a:rPr>
              <a:t>#F7F8F3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6DF009-F5E9-FC5F-7C18-E44E9BD57E57}"/>
              </a:ext>
            </a:extLst>
          </p:cNvPr>
          <p:cNvSpPr txBox="1"/>
          <p:nvPr/>
        </p:nvSpPr>
        <p:spPr>
          <a:xfrm>
            <a:off x="863601" y="3684093"/>
            <a:ext cx="121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effectLst/>
                <a:latin typeface="Segoe UI" panose="020B0502040204020203" pitchFamily="34" charset="0"/>
              </a:rPr>
              <a:t>#DDE9DD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189954-B0BC-B627-8BD7-3451AAD3E8A6}"/>
              </a:ext>
            </a:extLst>
          </p:cNvPr>
          <p:cNvSpPr txBox="1"/>
          <p:nvPr/>
        </p:nvSpPr>
        <p:spPr>
          <a:xfrm>
            <a:off x="1781176" y="3703143"/>
            <a:ext cx="10858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effectLst/>
                <a:latin typeface="Segoe UI" panose="020B0502040204020203" pitchFamily="34" charset="0"/>
              </a:rPr>
              <a:t>#B7D368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E6F6E-08AD-3A67-5B67-C60BCA7EB04C}"/>
              </a:ext>
            </a:extLst>
          </p:cNvPr>
          <p:cNvSpPr txBox="1"/>
          <p:nvPr/>
        </p:nvSpPr>
        <p:spPr>
          <a:xfrm>
            <a:off x="-152398" y="3668355"/>
            <a:ext cx="124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effectLst/>
                <a:latin typeface="Segoe UI" panose="020B0502040204020203" pitchFamily="34" charset="0"/>
              </a:rPr>
              <a:t>#1F5A43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66AE00-D1A9-3EDC-6092-AE09441597E2}"/>
              </a:ext>
            </a:extLst>
          </p:cNvPr>
          <p:cNvSpPr txBox="1"/>
          <p:nvPr/>
        </p:nvSpPr>
        <p:spPr>
          <a:xfrm>
            <a:off x="2857500" y="3684093"/>
            <a:ext cx="762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effectLst/>
                <a:latin typeface="Segoe UI" panose="020B0502040204020203" pitchFamily="34" charset="0"/>
              </a:rPr>
              <a:t>#1D2D25</a:t>
            </a:r>
          </a:p>
        </p:txBody>
      </p:sp>
    </p:spTree>
    <p:extLst>
      <p:ext uri="{BB962C8B-B14F-4D97-AF65-F5344CB8AC3E}">
        <p14:creationId xmlns:p14="http://schemas.microsoft.com/office/powerpoint/2010/main" val="48077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28</Words>
  <Application>Microsoft Office PowerPoint</Application>
  <PresentationFormat>Custom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Manrope ExtraBold</vt:lpstr>
      <vt:lpstr>Manrope Medium</vt:lpstr>
      <vt:lpstr>Segoe UI</vt:lpstr>
      <vt:lpstr>Office Theme</vt:lpstr>
      <vt:lpstr>SVPG</vt:lpstr>
      <vt:lpstr>PowerPoint Presentation</vt:lpstr>
      <vt:lpstr>SVPG</vt:lpstr>
      <vt:lpstr>PowerPoint Presentation</vt:lpstr>
      <vt:lpstr>SVPG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semry</dc:creator>
  <cp:lastModifiedBy>mohammad semry</cp:lastModifiedBy>
  <cp:revision>1</cp:revision>
  <dcterms:created xsi:type="dcterms:W3CDTF">2026-09-23T14:01:58Z</dcterms:created>
  <dcterms:modified xsi:type="dcterms:W3CDTF">2026-09-23T14:59:53Z</dcterms:modified>
</cp:coreProperties>
</file>